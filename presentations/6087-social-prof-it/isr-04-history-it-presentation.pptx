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ИСР 4. История информатики и ИТ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к выступлению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выступления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показать эволюцию информатики от ранних вычислений до ИИ-эпохи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выделить ключевые технологические точки роста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связать исторический путь с современными требованиями к специалисту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этап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механические вычислительные устройства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формирование математической базы алгоритмизации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переход от идей к инженерной реализации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ЭВМ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первые электронные вычислительные машины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развитие архитектур и языков программирования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становление программирования как профессии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персональных компьютеров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массовый доступ к вычислительным технологиям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расширение сфер применения ИТ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изменение модели труда и коммуникации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 и платформы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глобальная сетевизация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цифровые сервисы и онлайн-экономика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рост роли данных как ресурса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и современный этап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машинное обучение и генеративные модели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автоматизация когнитивных задач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новая роль разработчика в связке с ИИ-инструментами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Социальные и профессиональные эффекты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рост производительности и скорости разработки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новые этические и правовые вызовы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необходимость непрерывного обучения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информатики — это непрерывный переход от вычислений к интеллектуальным системам.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Понимание этой траектории помогает осознанно строить профессиональное развитие в ИТ.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RGPU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isr-04-history-it-presentation</dc:title>
  <dc:subject>Course presentation</dc:subject>
  <dc:creator>Nahatakyan Artur</dc:creator>
  <cp:lastModifiedBy>Nahatakyan Artur</cp:lastModifiedBy>
  <cp:revision>1</cp:revision>
  <dcterms:created xsi:type="dcterms:W3CDTF">2026-04-13T22:19:00Z</dcterms:created>
  <dcterms:modified xsi:type="dcterms:W3CDTF">2026-04-13T22:19:00Z</dcterms:modified>
</cp:coreProperties>
</file>