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ВСР 12. Эффективная личность в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тема важна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ИТ-проекты требуют высокой скорости и качества решений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личная эффективность напрямую влияет на результат команды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 skills и self-management становятся критичными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из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фокус: дисциплина, фокус, системное мышление.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Грейс Хоппер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Стив Джобс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Линус Торвальдс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1: Фокус на главном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выделять 1-3 ключевые задачи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убирать второстепенные активности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регулярно пересматривать приоритеты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2: Системная работа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планирование короткими циклами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декомпозиция задач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контроль промежуточных результатов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3: Постоянное развитие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обновление технологического стека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развитие коммуникации и презентационных навыков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рефлексия и адаптация к изменениям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Персональные правила эффективности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Планировать неделю заранее.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Работать по приоритетам.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Ограничивать контекст-переключения.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Доводить задачи до результата.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Регулярно оценивать прогресс.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task-трекер (Trello/Notion)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календарные блоки фокуса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weekly-review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шаблоны для фиксации решений и выводов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эффективность в IT — это управляемая система привычек и решений.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Устойчивый результат достигается сочетанием технической глубины, дисциплины и коммуникации.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63840" y="6446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Нахатакян Артур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RGPU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vsr-12-effective-personality-presentation</dc:title>
  <dc:subject>Course presentation</dc:subject>
  <dc:creator>Nahatakyan Artur</dc:creator>
  <cp:lastModifiedBy>Nahatakyan Artur</cp:lastModifiedBy>
  <cp:revision>1</cp:revision>
  <dcterms:created xsi:type="dcterms:W3CDTF">2026-04-13T22:19:00Z</dcterms:created>
  <dcterms:modified xsi:type="dcterms:W3CDTF">2026-04-13T22:19:00Z</dcterms:modified>
</cp:coreProperties>
</file>